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2026-10-02T09:30:13.200177Z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e3831c67047f42e397ad23b8b80c8aac8f71e18279be2a589f2cb4add1249789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2026-10-02T09:30:13.200177Z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