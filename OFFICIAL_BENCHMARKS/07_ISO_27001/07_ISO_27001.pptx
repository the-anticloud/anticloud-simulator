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2026-10-02T09:30:06.423340Z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6849217676cfa95dd056d6eaa4294493208c7e2ca7943dc50fd5b3083fc92478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2026-10-02T09:30:06.423340Z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